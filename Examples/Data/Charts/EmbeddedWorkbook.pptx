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56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795865633074936E-2"/>
          <c:y val="7.2445019404915906E-2"/>
          <c:w val="0.96640826873385011"/>
          <c:h val="0.8551099611901681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B3E-43DB-AD20-FA20E4AB122D}"/>
                </c:ext>
              </c:extLst>
            </c:dLbl>
            <c:dLbl>
              <c:idx val="1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B3E-43DB-AD20-FA20E4AB122D}"/>
                </c:ext>
              </c:extLst>
            </c:dLbl>
            <c:dLbl>
              <c:idx val="3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B3E-43DB-AD20-FA20E4AB122D}"/>
            </c:ext>
          </c:extLst>
        </c:ser>
        <c:ser>
          <c:idx val="1"/>
          <c:order val="1"/>
          <c:spPr>
            <a:solidFill>
              <a:schemeClr val="accent2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3B3E-43DB-AD20-FA20E4AB122D}"/>
                </c:ext>
              </c:extLst>
            </c:dLbl>
            <c:dLbl>
              <c:idx val="1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Sheet1!$A$2:$G$2</c:f>
              <c:numCache>
                <c:formatCode>General</c:formatCode>
                <c:ptCount val="7"/>
                <c:pt idx="0">
                  <c:v>35</c:v>
                </c:pt>
                <c:pt idx="1">
                  <c:v>36</c:v>
                </c:pt>
                <c:pt idx="2">
                  <c:v>37</c:v>
                </c:pt>
                <c:pt idx="3">
                  <c:v>38</c:v>
                </c:pt>
                <c:pt idx="4">
                  <c:v>39</c:v>
                </c:pt>
                <c:pt idx="5">
                  <c:v>40</c:v>
                </c:pt>
                <c:pt idx="6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3B3E-43DB-AD20-FA20E4AB122D}"/>
            </c:ext>
          </c:extLst>
        </c:ser>
        <c:ser>
          <c:idx val="2"/>
          <c:order val="2"/>
          <c:spPr>
            <a:solidFill>
              <a:schemeClr val="accent1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3B3E-43DB-AD20-FA20E4AB122D}"/>
                </c:ext>
              </c:extLst>
            </c:dLbl>
            <c:dLbl>
              <c:idx val="1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Sheet1!$A$3:$G$3</c:f>
              <c:numCache>
                <c:formatCode>General</c:formatCode>
                <c:ptCount val="7"/>
                <c:pt idx="0">
                  <c:v>30</c:v>
                </c:pt>
                <c:pt idx="1">
                  <c:v>31</c:v>
                </c:pt>
                <c:pt idx="2">
                  <c:v>32</c:v>
                </c:pt>
                <c:pt idx="3">
                  <c:v>33</c:v>
                </c:pt>
                <c:pt idx="4">
                  <c:v>34</c:v>
                </c:pt>
                <c:pt idx="5">
                  <c:v>35</c:v>
                </c:pt>
                <c:pt idx="6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3B3E-43DB-AD20-FA20E4AB122D}"/>
            </c:ext>
          </c:extLst>
        </c:ser>
        <c:ser>
          <c:idx val="3"/>
          <c:order val="3"/>
          <c:spPr>
            <a:solidFill>
              <a:schemeClr val="accent3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3B3E-43DB-AD20-FA20E4AB122D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Sheet1!$A$4:$G$4</c:f>
              <c:numCache>
                <c:formatCode>General</c:formatCode>
                <c:ptCount val="7"/>
                <c:pt idx="0">
                  <c:v>25</c:v>
                </c:pt>
                <c:pt idx="1">
                  <c:v>26</c:v>
                </c:pt>
                <c:pt idx="2">
                  <c:v>27</c:v>
                </c:pt>
                <c:pt idx="3">
                  <c:v>28</c:v>
                </c:pt>
                <c:pt idx="4">
                  <c:v>29</c:v>
                </c:pt>
                <c:pt idx="5">
                  <c:v>30</c:v>
                </c:pt>
                <c:pt idx="6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F-3B3E-43DB-AD20-FA20E4AB122D}"/>
            </c:ext>
          </c:extLst>
        </c:ser>
        <c:ser>
          <c:idx val="4"/>
          <c:order val="4"/>
          <c:spPr>
            <a:solidFill>
              <a:schemeClr val="accent4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3B3E-43DB-AD20-FA20E4AB122D}"/>
                </c:ext>
              </c:extLst>
            </c:dLbl>
            <c:dLbl>
              <c:idx val="1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Sheet1!$A$5:$G$5</c:f>
              <c:numCache>
                <c:formatCode>General</c:formatCode>
                <c:ptCount val="7"/>
                <c:pt idx="0">
                  <c:v>20</c:v>
                </c:pt>
                <c:pt idx="1">
                  <c:v>21</c:v>
                </c:pt>
                <c:pt idx="2">
                  <c:v>22</c:v>
                </c:pt>
                <c:pt idx="3">
                  <c:v>23</c:v>
                </c:pt>
                <c:pt idx="4">
                  <c:v>24</c:v>
                </c:pt>
                <c:pt idx="5">
                  <c:v>25</c:v>
                </c:pt>
                <c:pt idx="6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7-3B3E-43DB-AD20-FA20E4AB122D}"/>
            </c:ext>
          </c:extLst>
        </c:ser>
        <c:ser>
          <c:idx val="5"/>
          <c:order val="5"/>
          <c:spPr>
            <a:solidFill>
              <a:schemeClr val="bg2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3B3E-43DB-AD20-FA20E4AB122D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9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B-3B3E-43DB-AD20-FA20E4AB122D}"/>
                </c:ext>
              </c:extLst>
            </c:dLbl>
            <c:dLbl>
              <c:idx val="4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3B3E-43DB-AD20-FA20E4AB122D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E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Sheet1!$A$6:$G$6</c:f>
              <c:numCache>
                <c:formatCode>General</c:formatCode>
                <c:ptCount val="7"/>
                <c:pt idx="0">
                  <c:v>15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20</c:v>
                </c:pt>
                <c:pt idx="6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F-3B3E-43DB-AD20-FA20E4AB122D}"/>
            </c:ext>
          </c:extLst>
        </c:ser>
        <c:ser>
          <c:idx val="6"/>
          <c:order val="6"/>
          <c:spPr>
            <a:solidFill>
              <a:srgbClr val="B1B8E7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3B3E-43DB-AD20-FA20E4AB122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1-3B3E-43DB-AD20-FA20E4AB122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2-3B3E-43DB-AD20-FA20E4AB122D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3-3B3E-43DB-AD20-FA20E4AB122D}"/>
                </c:ext>
              </c:extLst>
            </c:dLbl>
            <c:dLbl>
              <c:idx val="5"/>
              <c:layout>
                <c:manualLayout>
                  <c:x val="0"/>
                  <c:y val="-4.3122035360068997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4-3B3E-43DB-AD20-FA20E4AB122D}"/>
                </c:ext>
              </c:extLst>
            </c:dLbl>
            <c:dLbl>
              <c:idx val="6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DE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5-3B3E-43DB-AD20-FA20E4AB122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Sheet1!$A$7:$G$7</c:f>
              <c:numCache>
                <c:formatCode>General</c:formatCode>
                <c:ptCount val="7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13</c:v>
                </c:pt>
                <c:pt idx="4">
                  <c:v>14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6-3B3E-43DB-AD20-FA20E4AB1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79567456"/>
        <c:axId val="1"/>
      </c:barChart>
      <c:catAx>
        <c:axId val="879567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1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79567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BD-43FD-8496-9D5FEF705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BD-43FD-8496-9D5FEF705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BD-43FD-8496-9D5FEF705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2375776"/>
        <c:axId val="1452373856"/>
      </c:barChart>
      <c:catAx>
        <c:axId val="145237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452373856"/>
        <c:crosses val="autoZero"/>
        <c:auto val="1"/>
        <c:lblAlgn val="ctr"/>
        <c:lblOffset val="100"/>
        <c:noMultiLvlLbl val="0"/>
      </c:catAx>
      <c:valAx>
        <c:axId val="1452373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1452375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F078-2B7E-0815-E338-C150A0777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C7D98-5ED7-0BE1-75F5-45BB66CC1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A599C-C473-86C2-BAE6-3866980A9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9509-8167-7BC7-7ABB-96022992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66D78-70E4-11B5-55F4-8F60209C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20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4ED39-D949-6772-4222-FC3C8FBB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97AC9-A1D2-4E5F-939D-007A8D01F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11C0E-B002-65B3-1E02-B35B2B66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60B18-BAF9-B3C8-F49B-4FD4D2B8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AFEBC-17BB-9CC4-6BA6-AF3BCFB6F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7E9E-20EC-1EF3-634F-F9F2E408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DC9FF-50AB-C141-B615-56160A24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178CD-2711-3075-E1F6-E96C7AD9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FDA0B-52F3-B1B7-48E1-13D2D4133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06BAC-69C3-0393-F56C-3EE4B3E0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6636-B9EF-29F2-8EB7-765ABADC6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A631-516B-C7A7-A495-F21EDE396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49796-6E10-3F89-2AE9-4308AB362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58B7E-A043-FC07-6DDA-73291C21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40888-11DF-27BC-7E54-9FD38F2A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84EE4-BD81-4C33-C616-3360D16B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8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57DB-3A21-F552-F257-88CB7401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06EBBD-532B-2E58-D6EE-D2E1E0966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79BB8-EB2B-0E8C-5D44-6B9D875A4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A759D-300B-2BD3-646C-9E764DB1D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F8185-DACB-C218-E6BD-59BDBAD09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843A3-0AF3-92D8-4A96-2785845A8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8E17BD-B3A5-C7D2-4B9F-763105A0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199543-6F9A-CF73-E8F5-7F9C9FFB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2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7236-3A88-594A-539A-674AB9EC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BA0A6-BB32-05C4-E237-473515F8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A9BCB-2B63-0D7D-7B26-BC05D43B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7C469-A1A1-89D2-212D-064BF933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96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26E30-95EF-FC52-A358-3B4FD631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947DF-542D-8202-9AFA-8CB979B0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4859A-C994-DDF9-C529-1222A155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489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E8D31-3078-A21A-A7F7-3D0DFFFA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B3B2C-672A-6BC8-E43F-F702663DA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A9044-F183-6895-5A08-9C3A1CBA1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8F611-4E84-941E-7E44-CA2E4097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F03DF-0DAD-97FA-2CD1-E753F8167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592C1-B46A-2472-28C2-DDB9375E8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93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9F448-3FAA-CFB2-AC99-94B88BAC4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F4DA69-68C8-90B8-C95B-C9D2349292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BA61-99C5-727E-EAB9-AB7250D43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A36BE-86AF-45CA-A11F-D8EE5753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79FDF-2871-E8D3-7345-E9072216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70A05-D7B1-4004-1761-2D7627501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6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FBF2-A5AF-0523-0B5A-3515C993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6AAC3-96B4-4ACE-8888-51B083D1C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DF03A-E3E5-2294-2619-B905E52D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FA45C-6409-CDC0-2932-272D72EA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976B9-2835-3542-A72E-36965636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1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7FC7A0-32D8-A1FD-64B0-22FBBE252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58FB9-6D64-BBDA-52F2-F66447D76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DDE2-FF50-8C22-C1C5-72E0E449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20E95-4F80-7CB9-1D92-4D78BD9C5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057A-E3FA-306F-29D8-AFF3672E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75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74EF2CB-5193-963D-2C96-76D76697F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673772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44" imgH="344" progId="TCLayout.ActiveDocument.1">
                  <p:embed/>
                </p:oleObj>
              </mc:Choice>
              <mc:Fallback>
                <p:oleObj name="think-cell Slide" r:id="rId14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FCF14-B0C7-47E8-AEAC-8F6DFA96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3337C-5688-1ED5-6E33-98EAFEA34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557E1-2945-83F8-8731-E44D9C358C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45BBF-0FFB-4185-AD55-F0126E8EC0B6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99D58-8041-4AB1-264D-3AA606FAE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AD4B2-C2B2-B255-F980-193A8D249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1E21A-8FA3-4AB5-A07A-4B4620495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56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oleObject" Target="../embeddings/oleObject2.bin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chart" Target="../charts/char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chart" Target="../charts/chart1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91A1410-D7E9-1801-A6EC-6270F05B42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73266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344" imgH="344" progId="TCLayout.ActiveDocument.1">
                  <p:embed/>
                </p:oleObj>
              </mc:Choice>
              <mc:Fallback>
                <p:oleObj name="think-cell Slide" r:id="rId26" imgW="344" imgH="34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397AC028-4206-5048-4CC2-2C6C24AF2B5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98219497"/>
              </p:ext>
            </p:extLst>
          </p:nvPr>
        </p:nvGraphicFramePr>
        <p:xfrm>
          <a:off x="0" y="184772"/>
          <a:ext cx="4914900" cy="3681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AA9B6D4F-21EB-C4D0-B627-6E319AAB23A1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317500" y="1042022"/>
            <a:ext cx="206375" cy="182563"/>
          </a:xfrm>
          <a:prstGeom prst="rect">
            <a:avLst/>
          </a:prstGeom>
          <a:solidFill>
            <a:srgbClr val="B1B8E7"/>
          </a:solidFill>
          <a:ln>
            <a:noFill/>
          </a:ln>
          <a:effectLst/>
        </p:spPr>
        <p:txBody>
          <a:bodyPr vert="horz" wrap="none" lIns="22225" tIns="0" rIns="22225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 defTabSz="158264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3366"/>
              </a:buClr>
              <a:buSzPct val="110000"/>
              <a:buFont typeface="Wingdings" pitchFamily="2" charset="2"/>
            </a:pPr>
            <a:fld id="{79768FF5-B5B4-47A7-9E5A-85221ADB1325}" type="datetime'1''''''''''''''0'''''''''''''''''''''''''''''''''''">
              <a:rPr lang="en-GB" altLang="en-US" sz="1200" smtClean="0">
                <a:effectLst/>
              </a:rPr>
              <a:pPr/>
              <a:t>10</a:t>
            </a:fld>
            <a:endParaRPr lang="en-US" sz="1200" noProof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AB6D6BA-4C12-4CEB-7979-E3A026EC9C1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52412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3E3D5AA3-35FF-4ACE-96D5-93E6F96519FB}" type="datetime'''''''''''''''''''''''2''''''''''0''''''''2''''''''''''''''0'">
              <a:rPr lang="en-GB" altLang="en-US" sz="1200" smtClean="0"/>
              <a:pPr lvl="0" algn="ctr">
                <a:spcAft>
                  <a:spcPct val="0"/>
                </a:spcAft>
              </a:pPr>
              <a:t>2020</a:t>
            </a:fld>
            <a:endParaRPr lang="en-US" sz="1200" noProof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F6CAB52C-D4F6-6E59-F999-9961E96D286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931862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4129748E-B765-44FB-B92C-1BE8FB940866}" type="datetime'''20''''''''2''''''''''''''''''''''''''1'">
              <a:rPr lang="en-GB" altLang="en-US" sz="1200" smtClean="0"/>
              <a:pPr lvl="0" algn="ctr">
                <a:spcAft>
                  <a:spcPct val="0"/>
                </a:spcAft>
              </a:pPr>
              <a:t>2021</a:t>
            </a:fld>
            <a:endParaRPr lang="en-US" sz="1200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A7E7A25-5817-500E-8039-59054285A18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609725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8D03B6AA-5E59-41AF-A227-8F05C4024450}" type="datetime'2''''''''''''0''2''''''''''''''''''''''''2'''''''">
              <a:rPr lang="en-GB" altLang="en-US" sz="1200" smtClean="0"/>
              <a:pPr lvl="0" algn="ctr">
                <a:spcAft>
                  <a:spcPct val="0"/>
                </a:spcAft>
              </a:pPr>
              <a:t>2022</a:t>
            </a:fld>
            <a:endParaRPr lang="en-US" sz="1200" noProof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B38AB13-CBA5-9737-CB29-1BD1E35D5FB6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2289175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D614B534-AFDF-40B3-8234-EB0C8AD46F80}" type="datetime'''''''''''''2''''''''0''''''''2''''''''''3'''''''''''">
              <a:rPr lang="en-GB" altLang="en-US" sz="1200" smtClean="0"/>
              <a:pPr lvl="0" algn="ctr">
                <a:spcAft>
                  <a:spcPct val="0"/>
                </a:spcAft>
              </a:pPr>
              <a:t>2023</a:t>
            </a:fld>
            <a:endParaRPr lang="en-US" sz="1200" noProof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5E2FA849-1DEA-C790-D67F-DC21CABD66A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2967037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BF04097F-3919-46E1-ABFD-E67196B6162A}" type="datetime'''''20''''''2''''''''''''''''''''''''''''''4'''''''''">
              <a:rPr lang="en-GB" altLang="en-US" sz="1200" smtClean="0"/>
              <a:pPr lvl="0" algn="ctr">
                <a:spcAft>
                  <a:spcPct val="0"/>
                </a:spcAft>
              </a:pPr>
              <a:t>2024</a:t>
            </a:fld>
            <a:endParaRPr lang="en-US" sz="1200" noProof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7129676-DADF-7CDD-CD67-587FC66DA44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3646487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AE59F1E3-160C-4FD3-88F1-280D118C50EC}" type="datetime'''''''''''2''''''''''''''''0''''''''''''''''''2''''5'''''''''">
              <a:rPr lang="en-GB" altLang="en-US" sz="1200" smtClean="0"/>
              <a:pPr lvl="0" algn="ctr">
                <a:spcAft>
                  <a:spcPct val="0"/>
                </a:spcAft>
              </a:pPr>
              <a:t>2025</a:t>
            </a:fld>
            <a:endParaRPr lang="en-US" sz="1200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D4C941-0EE7-238D-5D64-A5CEA07A162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4324350" y="3650284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D5684E7A-F56A-4511-8669-4825A65D88E3}" type="datetime'''''''''''2''''''''''''02''''''''6'''''''''''''''">
              <a:rPr lang="en-GB" altLang="en-US" sz="1200" smtClean="0"/>
              <a:pPr lvl="0" algn="ctr">
                <a:spcAft>
                  <a:spcPct val="0"/>
                </a:spcAft>
              </a:pPr>
              <a:t>2026</a:t>
            </a:fld>
            <a:endParaRPr lang="en-US" sz="1200" noProof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C1854E-6A55-7517-0BEC-CE71D12A4BC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4803775" y="3189909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AAA0D265-ED06-43D7-B48F-E42431B5B89A}" type="datetime'''''''''''''''''''''''''S''''''''''''eries'' ''1'''''''''''">
              <a:rPr lang="en-US" altLang="en-US" sz="1000" smtClean="0"/>
              <a:pPr lvl="0">
                <a:spcAft>
                  <a:spcPct val="0"/>
                </a:spcAft>
              </a:pPr>
              <a:t>Series 1</a:t>
            </a:fld>
            <a:endParaRPr lang="en-US" sz="1000" noProof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BE889E75-503B-18F8-3ACA-41BE9D5E32E9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4803775" y="2558084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C16D1C2D-9A46-4DB7-9FC3-1B09FF6B05EF}" type="datetime'''''Seri''''''''''e''s'''''''''''''''''' 2'''">
              <a:rPr lang="en-US" altLang="en-US" sz="1000" smtClean="0"/>
              <a:pPr lvl="0">
                <a:spcAft>
                  <a:spcPct val="0"/>
                </a:spcAft>
              </a:pPr>
              <a:t>Series 2</a:t>
            </a:fld>
            <a:endParaRPr lang="en-US" sz="1000" noProof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4917B92-5415-14F7-D3E5-78A45BDA4476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4803775" y="1999284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CFFE7F1B-DE81-46E9-9E06-4EAD66BCB1E6}" type="datetime'''''Seri''''''''''''''''''''''''e''''''''''''''s'''' 3'">
              <a:rPr lang="en-US" altLang="en-US" sz="1000" smtClean="0"/>
              <a:pPr lvl="0">
                <a:spcAft>
                  <a:spcPct val="0"/>
                </a:spcAft>
              </a:pPr>
              <a:t>Series 3</a:t>
            </a:fld>
            <a:endParaRPr lang="en-US" sz="1000" noProof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28D5B3E0-220C-6957-8C41-695EB655100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803775" y="1513509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9F891197-0F9B-4E52-829D-F28624CE387C}" type="datetime'''''S''''er''''''i''''''''''''''''''e''''s'''''' ''4'''''''">
              <a:rPr lang="en-US" altLang="en-US" sz="1000" smtClean="0"/>
              <a:pPr lvl="0">
                <a:spcAft>
                  <a:spcPct val="0"/>
                </a:spcAft>
              </a:pPr>
              <a:t>Series 4</a:t>
            </a:fld>
            <a:endParaRPr lang="en-US" sz="1000" noProof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F0FEDAC-E87F-5A31-7424-C05B274AA5EF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4803775" y="1100759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FFCF0C51-10E5-4C63-846D-F6CA1FD412E0}" type="datetime'''S''''''''''er''''i''''''''''''''''''''es 5'''''''''''">
              <a:rPr lang="en-US" altLang="en-US" sz="1000" smtClean="0"/>
              <a:pPr lvl="0">
                <a:spcAft>
                  <a:spcPct val="0"/>
                </a:spcAft>
              </a:pPr>
              <a:t>Series 5</a:t>
            </a:fld>
            <a:endParaRPr lang="en-US" sz="1000" noProof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2EEDD06-D0BA-6944-1A37-E58C7B49EC7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803775" y="759447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A592B30B-3E16-4967-986A-9378B6849F87}" type="datetime'''''S''e''''''ri''''''''''''e''s'''''''''' ''''6'''''''">
              <a:rPr lang="en-US" altLang="en-US" sz="1000" smtClean="0"/>
              <a:pPr lvl="0">
                <a:spcAft>
                  <a:spcPct val="0"/>
                </a:spcAft>
              </a:pPr>
              <a:t>Series 6</a:t>
            </a:fld>
            <a:endParaRPr lang="en-US" sz="1000" noProof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9035420C-3BC4-CFFA-B8BD-93FDCDB7E398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03775" y="491159"/>
            <a:ext cx="4333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numCol="1" spcCol="0" rtlCol="0" anchor="ctr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>
              <a:spcAft>
                <a:spcPct val="0"/>
              </a:spcAft>
            </a:pPr>
            <a:fld id="{6CBF2271-A877-4B1D-A66F-6D6A17394359}" type="datetime'S''e''''''ri''''''''''''''''es'''''''''''''''''' 7'''''''''''">
              <a:rPr lang="en-US" altLang="en-US" sz="1000" smtClean="0"/>
              <a:pPr lvl="0">
                <a:spcAft>
                  <a:spcPct val="0"/>
                </a:spcAft>
              </a:pPr>
              <a:t>Series 7</a:t>
            </a:fld>
            <a:endParaRPr lang="en-US" sz="1000" noProof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B8195A9A-C1B4-1038-507C-DFA372197A0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277812" y="8531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F5DC2219-F99A-480A-A2CE-382F88A04A36}" type="datetime'''''''''''''''''1''''''7''''''''''''5'''''''''''''''''''''">
              <a:rPr lang="en-GB" altLang="en-US" sz="1200" b="1" smtClean="0"/>
              <a:pPr lvl="0" algn="ctr">
                <a:spcAft>
                  <a:spcPct val="0"/>
                </a:spcAft>
              </a:pPr>
              <a:t>175</a:t>
            </a:fld>
            <a:endParaRPr lang="en-US" sz="1200" b="1" noProof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4C0257D-60F8-B2F0-4FB9-CAEA35C83412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957262" y="7515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29CD0AC1-BBF0-4A9C-906B-A0AE29347881}" type="datetime'''''1''''''''''8''''''''''''''''''''''''''''''''''''2'''''''''">
              <a:rPr lang="en-GB" altLang="en-US" sz="1200" b="1" smtClean="0"/>
              <a:pPr lvl="0" algn="ctr">
                <a:spcAft>
                  <a:spcPct val="0"/>
                </a:spcAft>
              </a:pPr>
              <a:t>182</a:t>
            </a:fld>
            <a:endParaRPr lang="en-US" sz="1200" b="1" noProof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91D14D66-8B4E-A837-4A1F-C1DCDDEEAEC6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1635125" y="6499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885CB05A-23D0-4FA3-AFD2-52DD39D3DD86}" type="datetime'1''''''''''''''''''''8''''''''''''''9'''''''''''''''''''">
              <a:rPr lang="en-GB" altLang="en-US" sz="1200" b="1" smtClean="0"/>
              <a:pPr lvl="0" algn="ctr">
                <a:spcAft>
                  <a:spcPct val="0"/>
                </a:spcAft>
              </a:pPr>
              <a:t>189</a:t>
            </a:fld>
            <a:endParaRPr lang="en-US" sz="1200" b="1" noProof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B6B827E1-CB7D-EB24-59F7-B7CBE669F16A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2314575" y="5483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DE3B9F0D-C0E2-41B0-AA78-5EAB3ED5B383}" type="datetime'''''''''''''''''''''''''''''''''''1''''96'''''''''''''''''''">
              <a:rPr lang="en-GB" altLang="en-US" sz="1200" b="1" smtClean="0"/>
              <a:pPr lvl="0" algn="ctr">
                <a:spcAft>
                  <a:spcPct val="0"/>
                </a:spcAft>
              </a:pPr>
              <a:t>196</a:t>
            </a:fld>
            <a:endParaRPr lang="en-US" sz="1200" b="1" noProof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81DACEE-4422-C875-9AD4-F0CA302DAFAD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2992437" y="4467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FECE74D6-FDEF-4E0D-BB0E-31E412B138EC}" type="datetime'''''''''''''''''''''''''20''''''''''''3'''''''''''''">
              <a:rPr lang="en-GB" altLang="en-US" sz="1200" b="1" smtClean="0"/>
              <a:pPr lvl="0" algn="ctr">
                <a:spcAft>
                  <a:spcPct val="0"/>
                </a:spcAft>
              </a:pPr>
              <a:t>203</a:t>
            </a:fld>
            <a:endParaRPr lang="en-US" sz="1200" b="1" noProof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BA5E3A0-B99E-2CA0-3D09-DC73FC1679C4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3671887" y="3451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4DBC6609-65BA-4E04-8EDB-1EAAB9EA5D90}" type="datetime'''2''10'''''''''''''''''''''''''''">
              <a:rPr lang="en-GB" altLang="en-US" sz="1200" b="1" smtClean="0"/>
              <a:pPr lvl="0" algn="ctr">
                <a:spcAft>
                  <a:spcPct val="0"/>
                </a:spcAft>
              </a:pPr>
              <a:t>210</a:t>
            </a:fld>
            <a:endParaRPr lang="en-US" sz="1200" b="1" noProof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95931FF-CFB0-902F-6A93-FADB163BE250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349750" y="243509"/>
            <a:ext cx="287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numCol="1" spcCol="0" rtlCol="0" anchor="b">
            <a:noAutofit/>
          </a:bodyPr>
          <a:lstStyle>
            <a:lvl1pPr marL="0" indent="0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rgbClr val="003366"/>
              </a:buClr>
              <a:buSzPct val="110000"/>
              <a:buFont typeface="Wingdings" pitchFamily="2" charset="2"/>
              <a:defRPr lang="en-US" sz="1400" b="0" i="0" u="none" kern="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3278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Clr>
                <a:schemeClr val="tx1"/>
              </a:buClr>
              <a:buSzTx/>
              <a:buFont typeface="Segoe UI" panose="020B0604020202020204" pitchFamily="34" charset="0"/>
              <a:buChar char="•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2pPr>
            <a:lvl3pPr marL="326556" indent="-163278" algn="l" defTabSz="158264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544"/>
              </a:spcAft>
              <a:buSzTx/>
              <a:buFont typeface="Symbol" panose="05050102010706020507" pitchFamily="18" charset="2"/>
              <a:buChar char="-"/>
              <a:defRPr lang="en-US" sz="1400" b="0" i="0" u="none" kern="0" spc="0">
                <a:solidFill>
                  <a:schemeClr val="tx1"/>
                </a:solidFill>
                <a:latin typeface="+mn-lt"/>
              </a:defRPr>
            </a:lvl3pPr>
            <a:lvl4pPr marL="403363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◦"/>
              <a:defRPr sz="1059" b="0" i="0" u="none" kern="0" spc="0">
                <a:solidFill>
                  <a:schemeClr val="tx1">
                    <a:lumMod val="100000"/>
                  </a:schemeClr>
                </a:solidFill>
                <a:latin typeface="Segoe UI" panose="020B0604020202020204" pitchFamily="34" charset="0"/>
              </a:defRPr>
            </a:lvl4pPr>
            <a:lvl5pPr marL="501821" indent="-98458" algn="l" defTabSz="87395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Font typeface="Segoe UI" panose="020B0604020202020204" pitchFamily="34" charset="0"/>
              <a:buChar char="▫"/>
              <a:defRPr sz="1059" b="0" i="0" u="none" kern="0" spc="0">
                <a:solidFill>
                  <a:srgbClr val="0D355B"/>
                </a:solidFill>
                <a:latin typeface="Segoe UI" panose="020B0604020202020204" pitchFamily="34" charset="0"/>
              </a:defRPr>
            </a:lvl5pPr>
            <a:lvl6pPr marL="2697488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6pPr>
            <a:lvl7pPr marL="3100851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7pPr>
            <a:lvl8pPr marL="3504213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8pPr>
            <a:lvl9pPr marL="3907575" indent="-218488" algn="l" defTabSz="873953" rtl="0" eaLnBrk="1" fontAlgn="base" hangingPunct="1">
              <a:spcBef>
                <a:spcPct val="0"/>
              </a:spcBef>
              <a:spcAft>
                <a:spcPct val="120000"/>
              </a:spcAft>
              <a:buChar char="»"/>
              <a:defRPr sz="1499">
                <a:solidFill>
                  <a:srgbClr val="000000"/>
                </a:solidFill>
                <a:latin typeface="+mn-lt"/>
              </a:defRPr>
            </a:lvl9pPr>
          </a:lstStyle>
          <a:p>
            <a:pPr lvl="0" algn="ctr">
              <a:spcAft>
                <a:spcPct val="0"/>
              </a:spcAft>
            </a:pPr>
            <a:fld id="{F2D0C645-9E50-4823-94C7-0F85754F2F2D}" type="datetime'2''''''''''1''''''''7'''">
              <a:rPr lang="en-GB" altLang="en-US" sz="1200" b="1" smtClean="0"/>
              <a:pPr lvl="0" algn="ctr">
                <a:spcAft>
                  <a:spcPct val="0"/>
                </a:spcAft>
              </a:pPr>
              <a:t>217</a:t>
            </a:fld>
            <a:endParaRPr lang="en-US" sz="1200" b="1" noProof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CC9FB69-5864-A616-A239-84A96717F6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1818999"/>
              </p:ext>
            </p:extLst>
          </p:nvPr>
        </p:nvGraphicFramePr>
        <p:xfrm>
          <a:off x="6161088" y="719667"/>
          <a:ext cx="3998912" cy="418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</p:spTree>
    <p:extLst>
      <p:ext uri="{BB962C8B-B14F-4D97-AF65-F5344CB8AC3E}">
        <p14:creationId xmlns:p14="http://schemas.microsoft.com/office/powerpoint/2010/main" val="3332670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TY9f1vdZ9KsxlS6nPN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q0t_CbRGYI6WK9z_TOt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t_MSQXM6HnVdIwCxTcZ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1UgiUojDwlZAp.iqQxh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_S4sA9IQP57f61Xhkpm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hbMceuVWy.v5GPetidI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WT_RVcn3Kd8WM9tcOJMu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s6n2M2a0jTIqg_xymQC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qzYVTpntYacW8H5omNc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f4WVWY2kTulG_DOUtnr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AIrPVqkJ7Fvmi4M8wc3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_Qb2RIvyJkR2gU1Er5v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_u4VverZIJFa_8.iiItd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6zp6vCjFeRnvU1xx6R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QKvt1jAHhAbwsuBu.bKd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CpTWN8XbzBU09A0Dca3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_vjRfDnVLNDJE2pJif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EFgGHQChmdh8Swich8Q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5_xceJm0c2V7466xLt3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_2teWqG8tHHrcFSR0.2D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sOn7O80ON3rDwyae7F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3pAvEq2R2iEX_hOEtB67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g1Vwbxy81leAfcPhQwPG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Claudius Ohrt</dc:creator>
  <cp:lastModifiedBy>Serhii Puchok</cp:lastModifiedBy>
  <cp:revision>2</cp:revision>
  <dcterms:created xsi:type="dcterms:W3CDTF">2026-01-26T14:49:41Z</dcterms:created>
  <dcterms:modified xsi:type="dcterms:W3CDTF">2026-04-06T05:18:26Z</dcterms:modified>
</cp:coreProperties>
</file>