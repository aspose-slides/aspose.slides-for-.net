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113" d="100"/>
          <a:sy n="113" d="100"/>
        </p:scale>
        <p:origin x="153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12A11AC-6033-4420-9B2C-F3FDA4A578E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4B2C738-11E6-49A5-8322-EA36C672740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7D9BE29-2C5D-4149-8686-A72779ED46F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C9CA1B1-7187-4AA3-93BE-D73D68DFA0F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A02E8D68-67AF-47A0-BB37-01AD4B178BF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65F899D6-654E-41E8-84AC-2636991489C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217EAD40-F487-49FF-8706-652104950693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63816A2-A972-40FC-A3CB-B5622D3ECB5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589AC02-2EB9-4330-8632-63BE7D7FAE8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8F108DB-B551-4A12-A39D-92757115C096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98F42B2-FFEC-454E-8E12-D31817177811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254000" y="254000"/>
            <a:ext cx="2794000" cy="1574800"/>
          </a:xfrm>
          <a:prstGeom prst="rect">
            <a:avLst/>
          </a:prstGeom>
        </p:spPr>
      </p:pic>
      <p:grpSp>
        <p:nvGrpSpPr>
          <p:cNvPr id="3" name="Группа 2"/>
          <p:cNvGrpSpPr/>
          <p:nvPr/>
        </p:nvGrpSpPr>
        <p:grpSpPr>
          <a:xfrm>
            <a:off x="3429000" y="254000"/>
            <a:ext cx="2794000" cy="1574800"/>
            <a:chOff x="2794000" y="-381000"/>
            <a:chExt cx="2794000" cy="1574800"/>
          </a:xfrm>
        </p:grpSpPr>
        <p:pic>
          <p:nvPicPr>
            <p:cNvPr id="4" name="New picture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794000" y="-381000"/>
              <a:ext cx="2794000" cy="1574800"/>
            </a:xfrm>
            <a:prstGeom prst="rect">
              <a:avLst/>
            </a:prstGeom>
          </p:spPr>
        </p:pic>
      </p:grpSp>
      <p:sp>
        <p:nvSpPr>
          <p:cNvPr id="5" name="TextBox"/>
          <p:cNvSpPr txBox="1">
            <a:spLocks noGrp="1" noSelect="1" noRot="1" noMove="1"/>
          </p:cNvSpPr>
          <p:nvPr/>
        </p:nvSpPr>
        <p:spPr>
          <a:xfrm>
            <a:off x="4479841" y="3051623"/>
            <a:ext cx="184730" cy="75469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endParaRPr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10.0.6"/>
  <p:tag name="AS_OS" val="Microsoft Windows NT 10.0.26200.0"/>
  <p:tag name="AS_RELEASE_DATE" val="2026.06.14"/>
  <p:tag name="AS_TITLE" val="Aspose.Slides for .NET6"/>
  <p:tag name="AS_VERSION" val="26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Mosyagin</cp:lastModifiedBy>
  <cp:revision>2</cp:revision>
  <cp:lastPrinted>2026-06-24T07:39:11Z</cp:lastPrinted>
  <dcterms:created xsi:type="dcterms:W3CDTF">2026-06-24T04:39:11Z</dcterms:created>
  <dcterms:modified xsi:type="dcterms:W3CDTF">2026-06-24T05:16:45Z</dcterms:modified>
</cp:coreProperties>
</file>